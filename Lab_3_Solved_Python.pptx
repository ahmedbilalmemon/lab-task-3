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 3 – Python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Solved Tasks</a:t>
            </a:r>
            <a:br/>
            <a:r>
              <a:t>University / IoT Lab</a:t>
            </a:r>
            <a:br/>
            <a:br/>
            <a:r>
              <a:t>Tasks 1–5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Question 1 – Marks of 5 Subjects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nsolas"/>
              </a:defRPr>
            </a:pPr>
            <a:r>
              <a:t>marks = []</a:t>
            </a:r>
            <a:br/>
            <a:br/>
            <a:r>
              <a:t>for i in range(5):</a:t>
            </a:r>
            <a:br/>
            <a:r>
              <a:t>    mark = float(input(f"Enter marks for subject {i+1}: "))</a:t>
            </a:r>
            <a:br/>
            <a:r>
              <a:t>    marks.append(mark)</a:t>
            </a:r>
            <a:br/>
            <a:br/>
            <a:r>
              <a:t>total = sum(marks)</a:t>
            </a:r>
            <a:br/>
            <a:r>
              <a:t>percentage = total / 5</a:t>
            </a:r>
            <a:br/>
            <a:br/>
            <a:r>
              <a:t>if percentage &gt;= 80:</a:t>
            </a:r>
            <a:br/>
            <a:r>
              <a:t>    grade = "A+"</a:t>
            </a:r>
            <a:br/>
            <a:r>
              <a:t>elif percentage &gt;= 70:</a:t>
            </a:r>
            <a:br/>
            <a:r>
              <a:t>    grade = "A"</a:t>
            </a:r>
            <a:br/>
            <a:r>
              <a:t>elif percentage &gt;= 60:</a:t>
            </a:r>
            <a:br/>
            <a:r>
              <a:t>    grade = "B"</a:t>
            </a:r>
            <a:br/>
            <a:r>
              <a:t>elif percentage &gt;= 50:</a:t>
            </a:r>
            <a:br/>
            <a:r>
              <a:t>    grade = "C"</a:t>
            </a:r>
            <a:br/>
            <a:r>
              <a:t>elif percentage &gt;= 40:</a:t>
            </a:r>
            <a:br/>
            <a:r>
              <a:t>    grade = "D"</a:t>
            </a:r>
            <a:br/>
            <a:r>
              <a:t>else:</a:t>
            </a:r>
            <a:br/>
            <a:r>
              <a:t>    grade = "F"</a:t>
            </a:r>
            <a:br/>
            <a:br/>
            <a:r>
              <a:t>result = "Pass" if all(m &gt;= 40 for m in marks) else "Fail"</a:t>
            </a:r>
            <a:br/>
            <a:br/>
            <a:r>
              <a:t>print("Total:", total)</a:t>
            </a:r>
            <a:br/>
            <a:r>
              <a:t>print("Percentage:", percentage, "%")</a:t>
            </a:r>
            <a:br/>
            <a:r>
              <a:t>print("Grade:", grade)</a:t>
            </a:r>
            <a:br/>
            <a:r>
              <a:t>print("Result:", result)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Question 2 – Student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nsolas"/>
              </a:defRPr>
            </a:pPr>
            <a:r>
              <a:t>name = input("Enter student's name: ")</a:t>
            </a:r>
            <a:br/>
            <a:br/>
            <a:r>
              <a:t>print("Uppercase:", name.upper())</a:t>
            </a:r>
            <a:br/>
            <a:r>
              <a:t>print("Lowercase:", name.lower())</a:t>
            </a:r>
            <a:br/>
            <a:r>
              <a:t>print("Number of characters:", len(name))</a:t>
            </a:r>
            <a:br/>
            <a:r>
              <a:t>print("First character:", name[0])</a:t>
            </a:r>
            <a:br/>
            <a:r>
              <a:t>print("Last character:", name[-1])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Question 3 – 10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nsolas"/>
              </a:defRPr>
            </a:pPr>
            <a:r>
              <a:t>numbers = []</a:t>
            </a:r>
            <a:br/>
            <a:br/>
            <a:r>
              <a:t>for i in range(10):</a:t>
            </a:r>
            <a:br/>
            <a:r>
              <a:t>    num = int(input(f"Enter number {i+1}: "))</a:t>
            </a:r>
            <a:br/>
            <a:r>
              <a:t>    numbers.append(num)</a:t>
            </a:r>
            <a:br/>
            <a:br/>
            <a:r>
              <a:t>print("Sum:", sum(numbers))</a:t>
            </a:r>
            <a:br/>
            <a:r>
              <a:t>print("Average:", sum(numbers) / 10)</a:t>
            </a:r>
            <a:br/>
            <a:r>
              <a:t>print("Largest:", max(numbers))</a:t>
            </a:r>
            <a:br/>
            <a:r>
              <a:t>print("Smallest:", min(numbers))</a:t>
            </a:r>
            <a:br/>
            <a:br/>
            <a:r>
              <a:t>even = 0</a:t>
            </a:r>
            <a:br/>
            <a:r>
              <a:t>odd = 0</a:t>
            </a:r>
            <a:br/>
            <a:br/>
            <a:r>
              <a:t>for num in numbers:</a:t>
            </a:r>
            <a:br/>
            <a:r>
              <a:t>    if num % 2 == 0:</a:t>
            </a:r>
            <a:br/>
            <a:r>
              <a:t>        even += 1</a:t>
            </a:r>
            <a:br/>
            <a:r>
              <a:t>    else:</a:t>
            </a:r>
            <a:br/>
            <a:r>
              <a:t>        odd += 1</a:t>
            </a:r>
            <a:br/>
            <a:br/>
            <a:r>
              <a:t>print("Even numbers:", even)</a:t>
            </a:r>
            <a:br/>
            <a:r>
              <a:t>print("Odd numbers:", odd)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Question 4 – Simple ATM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nsolas"/>
              </a:defRPr>
            </a:pPr>
            <a:r>
              <a:t>balance = 50000</a:t>
            </a:r>
            <a:br/>
            <a:br/>
            <a:r>
              <a:t>while True:</a:t>
            </a:r>
            <a:br/>
            <a:r>
              <a:t>    print("\n1. Check Balance")</a:t>
            </a:r>
            <a:br/>
            <a:r>
              <a:t>    print("2. Deposit")</a:t>
            </a:r>
            <a:br/>
            <a:r>
              <a:t>    print("3. Withdraw")</a:t>
            </a:r>
            <a:br/>
            <a:r>
              <a:t>    print("4. Exit")</a:t>
            </a:r>
            <a:br/>
            <a:br/>
            <a:r>
              <a:t>    choice = input("Enter your choice: ")</a:t>
            </a:r>
            <a:br/>
            <a:br/>
            <a:r>
              <a:t>    if choice == "1":</a:t>
            </a:r>
            <a:br/>
            <a:r>
              <a:t>        print("Balance:", balance)</a:t>
            </a:r>
            <a:br/>
            <a:br/>
            <a:r>
              <a:t>    elif choice == "2":</a:t>
            </a:r>
            <a:br/>
            <a:r>
              <a:t>        amount = float(input("Enter deposit amount: "))</a:t>
            </a:r>
            <a:br/>
            <a:r>
              <a:t>        balance += amount</a:t>
            </a:r>
            <a:br/>
            <a:r>
              <a:t>        print("New balance:", balance)</a:t>
            </a:r>
            <a:br/>
            <a:br/>
            <a:r>
              <a:t>    elif choice == "3":</a:t>
            </a:r>
            <a:br/>
            <a:r>
              <a:t>        amount = float(input("Enter withdrawal amount: "))</a:t>
            </a:r>
            <a:br/>
            <a:r>
              <a:t>        if amount &lt;= balance:</a:t>
            </a:r>
            <a:br/>
            <a:r>
              <a:t>            balance -= amount</a:t>
            </a:r>
            <a:br/>
            <a:r>
              <a:t>            print("New balance:", balance)</a:t>
            </a:r>
            <a:br/>
            <a:r>
              <a:t>        else:</a:t>
            </a:r>
            <a:br/>
            <a:r>
              <a:t>            print("Insufficient balance.")</a:t>
            </a:r>
            <a:br/>
            <a:br/>
            <a:r>
              <a:t>    elif choice == "4":</a:t>
            </a:r>
            <a:br/>
            <a:r>
              <a:t>        print("Thank you for using ATM.")</a:t>
            </a:r>
            <a:br/>
            <a:r>
              <a:t>        break</a:t>
            </a:r>
            <a:br/>
            <a:br/>
            <a:r>
              <a:t>    else:</a:t>
            </a:r>
            <a:br/>
            <a:r>
              <a:t>        print("Invalid choice.")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Question 5 – Multiplication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nsolas"/>
              </a:defRPr>
            </a:pPr>
            <a:r>
              <a:t>n = int(input("Enter a number n: "))</a:t>
            </a:r>
            <a:br/>
            <a:br/>
            <a:r>
              <a:t>for i in range(1, n + 1):</a:t>
            </a:r>
            <a:br/>
            <a:r>
              <a:t>    print(f"\nTable of {i}")</a:t>
            </a:r>
            <a:br/>
            <a:br/>
            <a:r>
              <a:t>    for j in range(1, 11):</a:t>
            </a:r>
            <a:br/>
            <a:r>
              <a:t>        print(f"{i} x {j} = {i * j}")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 3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All 5 Lab 3 tasks are solved in Python.</a:t>
            </a:r>
            <a:br/>
            <a:br/>
            <a:r>
              <a:t>• Q1: Marks, percentage, grade, pass/fail</a:t>
            </a:r>
            <a:br/>
            <a:r>
              <a:t>• Q2: String operations on student name</a:t>
            </a:r>
            <a:br/>
            <a:r>
              <a:t>• Q3: Analysis of 10 numbers</a:t>
            </a:r>
            <a:br/>
            <a:r>
              <a:t>• Q4: Loop-based ATM</a:t>
            </a:r>
            <a:br/>
            <a:r>
              <a:t>• Q5: Tables from 1 to 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